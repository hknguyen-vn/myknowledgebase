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0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DANATECH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 Công Chuẩn Xác - Hợp Tác Vững Bền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Processing - Sustainable Partnership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member of HGPT Steel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MỤC SẢN PHẨM / PRODUCT PORTFOLIO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25400">
            <a:solidFill>
              <a:srgbClr val="5136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13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Cán Tôn - Tấm Lợp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13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Metal Roofing Sheets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13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Xà Gồ C &amp; Z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13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Steel Purlins (C &amp; Z)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13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Thép Hình Các Loại (H, I, U, V)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13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Shaped Steel (H, I, U, V sections)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13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Cắt/Uốn Thép Chính Xác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1440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13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Precision Steel Cutting &amp; Bending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13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TOGETHER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HGPT Steel &amp; Danatech Group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0" y="3200400"/>
            <a:ext cx="5486400" cy="13716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329184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Liên hệ: sales.danatech@gmail.com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Hotline: 085 782 8682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Address: Đường số 8, KCN Hòa Cầm, Đà Nẵng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2026-01-27T08:40:01Z</dcterms:created>
  <dcterms:modified xsi:type="dcterms:W3CDTF">2026-01-27T08:40:01Z</dcterms:modified>
</cp:coreProperties>
</file>